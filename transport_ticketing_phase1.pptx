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Transport &amp; Bus Ticketing System (Oracle PL/SQL + BI)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 Name: __________</a:t>
            </a:r>
          </a:p>
          <a:p>
            <a:r>
              <a:t>Student ID: __________</a:t>
            </a:r>
          </a:p>
          <a:p>
            <a:r>
              <a:t>Course: Oracle PL/SQL &amp; BI Capstone</a:t>
            </a:r>
          </a:p>
          <a:p>
            <a:r>
              <a:t>Date: 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Manual or fragmented ticketing systems</a:t>
            </a:r>
          </a:p>
          <a:p>
            <a:r>
              <a:t>• Long queues &amp; slow ticket processing</a:t>
            </a:r>
          </a:p>
          <a:p>
            <a:r>
              <a:t>• Double bookings &amp; seat allocation errors</a:t>
            </a:r>
          </a:p>
          <a:p>
            <a:r>
              <a:t>• No real-time monitoring</a:t>
            </a:r>
          </a:p>
          <a:p>
            <a:r>
              <a:t>• Revenue loss and inefficiency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 &amp; Target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Context: Bus companies, stations, ticket agents</a:t>
            </a:r>
          </a:p>
          <a:p>
            <a:r>
              <a:t>Target Users: Ticket clerks, drivers, managers, finance team, passengers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Build robust Oracle database</a:t>
            </a:r>
          </a:p>
          <a:p>
            <a:r>
              <a:t>• Automate booking, refunds, seat allocation</a:t>
            </a:r>
          </a:p>
          <a:p>
            <a:r>
              <a:t>• Implement PL/SQL procedures &amp; triggers</a:t>
            </a:r>
          </a:p>
          <a:p>
            <a:r>
              <a:t>• Secure role-based access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 Potential &amp;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Revenue &amp; route analytics</a:t>
            </a:r>
          </a:p>
          <a:p>
            <a:r>
              <a:t>• Demand forecasting</a:t>
            </a:r>
          </a:p>
          <a:p>
            <a:r>
              <a:t>• Occupancy dashboards</a:t>
            </a:r>
          </a:p>
          <a:p>
            <a:r>
              <a:t>• Agent performance tracking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